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10"/>
  </p:notesMasterIdLst>
  <p:sldIdLst>
    <p:sldId id="2143370412" r:id="rId3"/>
    <p:sldId id="256" r:id="rId4"/>
    <p:sldId id="257" r:id="rId5"/>
    <p:sldId id="258" r:id="rId6"/>
    <p:sldId id="259" r:id="rId7"/>
    <p:sldId id="260" r:id="rId8"/>
    <p:sldId id="261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6E8E"/>
    <a:srgbClr val="FFC60B"/>
    <a:srgbClr val="8EB9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/>
    <p:restoredTop sz="94610"/>
  </p:normalViewPr>
  <p:slideViewPr>
    <p:cSldViewPr snapToGrid="0" snapToObjects="1">
      <p:cViewPr>
        <p:scale>
          <a:sx n="170" d="100"/>
          <a:sy n="170" d="100"/>
        </p:scale>
        <p:origin x="1688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7606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Slide_OneDigi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DE6CAEE-C4A9-4692-9B10-BDDD6D90AE8D}"/>
              </a:ext>
            </a:extLst>
          </p:cNvPr>
          <p:cNvSpPr/>
          <p:nvPr userDrawn="1"/>
        </p:nvSpPr>
        <p:spPr>
          <a:xfrm>
            <a:off x="0" y="1366179"/>
            <a:ext cx="9144484" cy="2442315"/>
          </a:xfrm>
          <a:prstGeom prst="rect">
            <a:avLst/>
          </a:prstGeom>
          <a:gradFill>
            <a:gsLst>
              <a:gs pos="16000">
                <a:schemeClr val="accent1"/>
              </a:gs>
              <a:gs pos="85000">
                <a:schemeClr val="accent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A749C3-9F35-49B8-A93A-3BC67F9A79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3016" y="2178131"/>
            <a:ext cx="7537482" cy="115962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spc="75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Presentation Title Goes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DD6F74F-D507-4A9A-8486-8E180823B3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9620" y="4220234"/>
            <a:ext cx="3724275" cy="287287"/>
          </a:xfrm>
        </p:spPr>
        <p:txBody>
          <a:bodyPr>
            <a:noAutofit/>
          </a:bodyPr>
          <a:lstStyle>
            <a:lvl1pPr marL="0" indent="0" algn="ctr">
              <a:buNone/>
              <a:defRPr sz="1500" spc="75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Presenter Name/Date/Event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58DA491-9C06-4040-9860-47C97D5F6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49" b="1249"/>
          <a:stretch/>
        </p:blipFill>
        <p:spPr>
          <a:xfrm>
            <a:off x="3739907" y="494723"/>
            <a:ext cx="1663700" cy="310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851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Blue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D086F0B-AAB8-4728-9A62-106F1211791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6188" y="633928"/>
            <a:ext cx="8452287" cy="341432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500" spc="75" baseline="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Subtitle Goes Here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942832C0-EAB1-4CCD-B503-E11613017E4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76188" y="1137253"/>
            <a:ext cx="8453016" cy="657452"/>
          </a:xfr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200" b="1" spc="45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Intro paragraph or description here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AAFE3CE9-C857-4026-989A-F76457F84A7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6188" y="1956598"/>
            <a:ext cx="8452287" cy="2607782"/>
          </a:xfrm>
        </p:spPr>
        <p:txBody>
          <a:bodyPr>
            <a:noAutofit/>
          </a:bodyPr>
          <a:lstStyle>
            <a:lvl1pPr marL="214313" indent="-214313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sz="1350" spc="45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n-US"/>
              <a:t>Main paragraph goes 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2B1CB7-5BEE-41EC-9D5C-569FA74C828C}"/>
              </a:ext>
            </a:extLst>
          </p:cNvPr>
          <p:cNvSpPr/>
          <p:nvPr userDrawn="1"/>
        </p:nvSpPr>
        <p:spPr>
          <a:xfrm>
            <a:off x="-484" y="-6308"/>
            <a:ext cx="9144484" cy="510797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3096723-4BBE-4EE5-9025-C01777C4B3F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6188" y="50668"/>
            <a:ext cx="8453500" cy="396843"/>
          </a:xfrm>
        </p:spPr>
        <p:txBody>
          <a:bodyPr anchor="ctr">
            <a:noAutofit/>
          </a:bodyPr>
          <a:lstStyle>
            <a:lvl1pPr algn="ctr">
              <a:defRPr sz="1800" b="0" spc="225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TITLE/PHRASE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647940-C8E1-C2BA-D0D7-519AFAF9D511}"/>
              </a:ext>
            </a:extLst>
          </p:cNvPr>
          <p:cNvSpPr/>
          <p:nvPr userDrawn="1"/>
        </p:nvSpPr>
        <p:spPr>
          <a:xfrm>
            <a:off x="8169676" y="4682658"/>
            <a:ext cx="747691" cy="400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810BE363-6ABA-0890-5A2A-EB46213E315A}"/>
              </a:ext>
            </a:extLst>
          </p:cNvPr>
          <p:cNvSpPr txBox="1">
            <a:spLocks/>
          </p:cNvSpPr>
          <p:nvPr userDrawn="1"/>
        </p:nvSpPr>
        <p:spPr>
          <a:xfrm>
            <a:off x="8231566" y="4809856"/>
            <a:ext cx="460895" cy="273773"/>
          </a:xfr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342797">
              <a:defRPr/>
            </a:pPr>
            <a:fld id="{3F92B666-599A-4B0F-8B7E-5D65028B280B}" type="slidenum">
              <a:rPr lang="en-US" sz="750" b="0">
                <a:solidFill>
                  <a:prstClr val="black"/>
                </a:solidFill>
                <a:latin typeface="Trebuchet MS" panose="020B0603020202020204"/>
              </a:rPr>
              <a:pPr algn="r" defTabSz="342797">
                <a:defRPr/>
              </a:pPr>
              <a:t>‹#›</a:t>
            </a:fld>
            <a:endParaRPr lang="en-US" sz="750" b="0">
              <a:solidFill>
                <a:prstClr val="black"/>
              </a:solidFill>
              <a:latin typeface="Trebuchet MS" panose="020B0603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50057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_Blue Background">
    <p:bg>
      <p:bgPr>
        <a:gradFill flip="none" rotWithShape="1">
          <a:gsLst>
            <a:gs pos="23000">
              <a:schemeClr val="accent1"/>
            </a:gs>
            <a:gs pos="62000">
              <a:schemeClr val="accent1">
                <a:lumMod val="89000"/>
              </a:schemeClr>
            </a:gs>
            <a:gs pos="100000">
              <a:schemeClr val="tx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BCA03-1CB0-4ABB-AAED-4AEC2716A8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1024" y="1536192"/>
            <a:ext cx="6101953" cy="2332673"/>
          </a:xfrm>
        </p:spPr>
        <p:txBody>
          <a:bodyPr>
            <a:normAutofit/>
          </a:bodyPr>
          <a:lstStyle>
            <a:lvl1pPr marL="0" indent="0" algn="ctr">
              <a:buNone/>
              <a:defRPr sz="45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Enter Closing Message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1EDAFE-A05B-46BB-974D-9C85DC4F87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86199" y="4462710"/>
            <a:ext cx="1371600" cy="260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97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mmunic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B392D1CA-F8C2-4F7C-BB14-0E0E61A85EF0}"/>
              </a:ext>
            </a:extLst>
          </p:cNvPr>
          <p:cNvSpPr/>
          <p:nvPr userDrawn="1"/>
        </p:nvSpPr>
        <p:spPr>
          <a:xfrm>
            <a:off x="-485" y="2362063"/>
            <a:ext cx="9152105" cy="1196165"/>
          </a:xfrm>
          <a:prstGeom prst="rect">
            <a:avLst/>
          </a:prstGeom>
          <a:gradFill flip="none" rotWithShape="1">
            <a:gsLst>
              <a:gs pos="23000">
                <a:srgbClr val="FFC000"/>
              </a:gs>
              <a:gs pos="0">
                <a:schemeClr val="accent2"/>
              </a:gs>
              <a:gs pos="92000">
                <a:schemeClr val="accent1"/>
              </a:gs>
              <a:gs pos="53000">
                <a:schemeClr val="accent3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18592B-56E7-46F2-947D-4141086681C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6006" y="651144"/>
            <a:ext cx="8191500" cy="396843"/>
          </a:xfrm>
          <a:solidFill>
            <a:schemeClr val="bg1">
              <a:lumMod val="95000"/>
            </a:schemeClr>
          </a:solidFill>
        </p:spPr>
        <p:txBody>
          <a:bodyPr lIns="182880" tIns="182880" rIns="182880" bIns="182880" anchor="ctr" anchorCtr="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200" spc="45" baseline="0">
                <a:solidFill>
                  <a:srgbClr val="00344F"/>
                </a:solidFill>
              </a:defRPr>
            </a:lvl1pPr>
            <a:lvl2pPr marL="557213" indent="-214313">
              <a:buFont typeface="Arial" panose="020B0604020202020204" pitchFamily="34" charset="0"/>
              <a:buChar char="•"/>
              <a:defRPr sz="1200"/>
            </a:lvl2pPr>
            <a:lvl3pPr marL="900113" indent="-214313">
              <a:buFont typeface="Arial" panose="020B0604020202020204" pitchFamily="34" charset="0"/>
              <a:buChar char="•"/>
              <a:defRPr sz="1050"/>
            </a:lvl3pPr>
            <a:lvl4pPr marL="1157288" indent="-128588">
              <a:buFont typeface="Arial" panose="020B0604020202020204" pitchFamily="34" charset="0"/>
              <a:buChar char="•"/>
              <a:defRPr sz="900"/>
            </a:lvl4pPr>
            <a:lvl5pPr marL="1500188" indent="-128588"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US"/>
              <a:t>Click to add a description of the timeline or chart.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7716EC-7A24-41FE-88AB-A48EA2C70249}"/>
              </a:ext>
            </a:extLst>
          </p:cNvPr>
          <p:cNvSpPr/>
          <p:nvPr/>
        </p:nvSpPr>
        <p:spPr>
          <a:xfrm>
            <a:off x="-484" y="-6308"/>
            <a:ext cx="9144484" cy="510797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35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6C3515A-B93C-41BF-B2D0-A3FD0E899A37}"/>
              </a:ext>
            </a:extLst>
          </p:cNvPr>
          <p:cNvCxnSpPr/>
          <p:nvPr/>
        </p:nvCxnSpPr>
        <p:spPr>
          <a:xfrm>
            <a:off x="523875" y="2751773"/>
            <a:ext cx="8905875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2DDD047-63C8-4C3B-9DE6-9D9AA33AA278}"/>
              </a:ext>
            </a:extLst>
          </p:cNvPr>
          <p:cNvCxnSpPr>
            <a:cxnSpLocks/>
          </p:cNvCxnSpPr>
          <p:nvPr/>
        </p:nvCxnSpPr>
        <p:spPr>
          <a:xfrm>
            <a:off x="523875" y="1854453"/>
            <a:ext cx="0" cy="89732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B3E7C4-30BE-4234-82C9-14ED57598E0D}"/>
              </a:ext>
            </a:extLst>
          </p:cNvPr>
          <p:cNvCxnSpPr>
            <a:cxnSpLocks/>
          </p:cNvCxnSpPr>
          <p:nvPr/>
        </p:nvCxnSpPr>
        <p:spPr>
          <a:xfrm>
            <a:off x="3950477" y="1989773"/>
            <a:ext cx="0" cy="76200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1A6CB11-D864-4785-A45A-5E59A3EC9761}"/>
              </a:ext>
            </a:extLst>
          </p:cNvPr>
          <p:cNvCxnSpPr>
            <a:cxnSpLocks/>
          </p:cNvCxnSpPr>
          <p:nvPr/>
        </p:nvCxnSpPr>
        <p:spPr>
          <a:xfrm>
            <a:off x="6524644" y="2128816"/>
            <a:ext cx="0" cy="622957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8ECC578-3FA6-4A1E-89C0-F658CB26B906}"/>
              </a:ext>
            </a:extLst>
          </p:cNvPr>
          <p:cNvCxnSpPr/>
          <p:nvPr/>
        </p:nvCxnSpPr>
        <p:spPr>
          <a:xfrm>
            <a:off x="-333375" y="3212039"/>
            <a:ext cx="8905875" cy="0"/>
          </a:xfrm>
          <a:prstGeom prst="line">
            <a:avLst/>
          </a:prstGeom>
          <a:ln w="57150">
            <a:solidFill>
              <a:schemeClr val="bg1"/>
            </a:solidFill>
            <a:headEnd type="triangle" w="med" len="me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3DACE-4740-6718-6D29-68F8862A72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3065" y="2520963"/>
            <a:ext cx="1762125" cy="152400"/>
          </a:xfrm>
        </p:spPr>
        <p:txBody>
          <a:bodyPr>
            <a:noAutofit/>
          </a:bodyPr>
          <a:lstStyle>
            <a:lvl1pPr marL="0" indent="0">
              <a:buNone/>
              <a:defRPr sz="900" b="1" spc="225">
                <a:solidFill>
                  <a:schemeClr val="bg1"/>
                </a:solidFill>
              </a:defRPr>
            </a:lvl1pPr>
            <a:lvl2pPr>
              <a:defRPr sz="900" b="1" spc="225">
                <a:solidFill>
                  <a:schemeClr val="bg1"/>
                </a:solidFill>
              </a:defRPr>
            </a:lvl2pPr>
            <a:lvl3pPr>
              <a:defRPr sz="900" b="1" spc="225">
                <a:solidFill>
                  <a:schemeClr val="bg1"/>
                </a:solidFill>
              </a:defRPr>
            </a:lvl3pPr>
            <a:lvl4pPr>
              <a:defRPr sz="900" b="1" spc="225">
                <a:solidFill>
                  <a:schemeClr val="bg1"/>
                </a:solidFill>
              </a:defRPr>
            </a:lvl4pPr>
            <a:lvl5pPr>
              <a:defRPr sz="900" b="1" spc="225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B757AE-35DE-69DD-7D92-326FAFF604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6188" y="50668"/>
            <a:ext cx="8453500" cy="396843"/>
          </a:xfrm>
        </p:spPr>
        <p:txBody>
          <a:bodyPr anchor="ctr">
            <a:noAutofit/>
          </a:bodyPr>
          <a:lstStyle>
            <a:lvl1pPr algn="ctr">
              <a:defRPr sz="1800" b="0" spc="225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Title/Phrase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CF4386C-7EC2-4981-AE0F-6B29EFFAE01D}"/>
              </a:ext>
            </a:extLst>
          </p:cNvPr>
          <p:cNvCxnSpPr>
            <a:cxnSpLocks/>
          </p:cNvCxnSpPr>
          <p:nvPr/>
        </p:nvCxnSpPr>
        <p:spPr>
          <a:xfrm flipV="1">
            <a:off x="5615381" y="3207412"/>
            <a:ext cx="0" cy="726611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5A9D768-38B7-45F6-ACBD-FC7374C38ED1}"/>
              </a:ext>
            </a:extLst>
          </p:cNvPr>
          <p:cNvCxnSpPr>
            <a:cxnSpLocks/>
          </p:cNvCxnSpPr>
          <p:nvPr/>
        </p:nvCxnSpPr>
        <p:spPr>
          <a:xfrm flipV="1">
            <a:off x="2351643" y="3212041"/>
            <a:ext cx="0" cy="989462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D631981-6706-C3B2-BB1F-3CA9C1BCD186}"/>
              </a:ext>
            </a:extLst>
          </p:cNvPr>
          <p:cNvGrpSpPr/>
          <p:nvPr userDrawn="1"/>
        </p:nvGrpSpPr>
        <p:grpSpPr>
          <a:xfrm>
            <a:off x="4057968" y="4771305"/>
            <a:ext cx="4634493" cy="312946"/>
            <a:chOff x="5410624" y="6361739"/>
            <a:chExt cx="6179324" cy="41726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2D7DFC0-8CB4-4025-2414-02A42230CE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10624" y="6361739"/>
              <a:ext cx="1370752" cy="262270"/>
            </a:xfrm>
            <a:prstGeom prst="rect">
              <a:avLst/>
            </a:prstGeom>
          </p:spPr>
        </p:pic>
        <p:sp>
          <p:nvSpPr>
            <p:cNvPr id="6" name="Slide Number Placeholder 1">
              <a:extLst>
                <a:ext uri="{FF2B5EF4-FFF2-40B4-BE49-F238E27FC236}">
                  <a16:creationId xmlns:a16="http://schemas.microsoft.com/office/drawing/2014/main" id="{1719B24A-92F2-81D2-8C72-F1F0E754580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975422" y="6413970"/>
              <a:ext cx="614526" cy="365030"/>
            </a:xfr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 defTabSz="342797">
                <a:defRPr/>
              </a:pPr>
              <a:fld id="{3F92B666-599A-4B0F-8B7E-5D65028B280B}" type="slidenum">
                <a:rPr lang="en-US" sz="750" b="0">
                  <a:solidFill>
                    <a:prstClr val="black"/>
                  </a:solidFill>
                  <a:latin typeface="Trebuchet MS" panose="020B0603020202020204"/>
                </a:rPr>
                <a:pPr algn="r" defTabSz="342797">
                  <a:defRPr/>
                </a:pPr>
                <a:t>‹#›</a:t>
              </a:fld>
              <a:endParaRPr lang="en-US" sz="750" b="0">
                <a:solidFill>
                  <a:prstClr val="black"/>
                </a:solidFill>
                <a:latin typeface="Trebuchet MS" panose="020B0603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892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+ Content Blue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4E9D35EF-EDBB-48FE-A150-BF24BB917A4F}"/>
              </a:ext>
            </a:extLst>
          </p:cNvPr>
          <p:cNvSpPr/>
          <p:nvPr/>
        </p:nvSpPr>
        <p:spPr>
          <a:xfrm>
            <a:off x="-487" y="-6309"/>
            <a:ext cx="9144485" cy="320632"/>
          </a:xfrm>
          <a:prstGeom prst="rect">
            <a:avLst/>
          </a:prstGeom>
          <a:gradFill>
            <a:gsLst>
              <a:gs pos="0">
                <a:srgbClr val="0078A2"/>
              </a:gs>
              <a:gs pos="100000">
                <a:srgbClr val="8DB936"/>
              </a:gs>
            </a:gsLst>
            <a:lin ang="0"/>
          </a:gradFill>
          <a:ln cap="flat">
            <a:noFill/>
            <a:prstDash val="solid"/>
          </a:ln>
        </p:spPr>
        <p:txBody>
          <a:bodyPr vert="horz" wrap="square" lIns="68580" tIns="34290" rIns="68580" bIns="34290" anchor="ctr" anchorCtr="1" compatLnSpc="1">
            <a:noAutofit/>
          </a:bodyPr>
          <a:lstStyle/>
          <a:p>
            <a:pPr marL="0" marR="0" lvl="0" indent="0" algn="ctr" defTabSz="6858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35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pic>
        <p:nvPicPr>
          <p:cNvPr id="3" name="Picture 11" descr="Background pattern&#10;&#10;Description automatically generated">
            <a:extLst>
              <a:ext uri="{FF2B5EF4-FFF2-40B4-BE49-F238E27FC236}">
                <a16:creationId xmlns:a16="http://schemas.microsoft.com/office/drawing/2014/main" id="{D2A1A0B1-08FF-4DC7-9EA9-F95CEAA7E9F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rcRect/>
          <a:stretch>
            <a:fillRect/>
          </a:stretch>
        </p:blipFill>
        <p:spPr>
          <a:xfrm>
            <a:off x="0" y="-37698"/>
            <a:ext cx="9157727" cy="35202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82A19B2-BE84-4AB2-8D8D-EEBBD26B7B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6185" y="-37698"/>
            <a:ext cx="8453500" cy="396845"/>
          </a:xfrm>
        </p:spPr>
        <p:txBody>
          <a:bodyPr>
            <a:noAutofit/>
          </a:bodyPr>
          <a:lstStyle>
            <a:lvl1pPr>
              <a:defRPr sz="1500" spc="225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TITLE / PHRASE (ALL CAPS)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B36BEE5-ABD2-42AD-988D-A9C09F1E61E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76185" y="1102691"/>
            <a:ext cx="8452286" cy="596810"/>
          </a:xfrm>
        </p:spPr>
        <p:txBody>
          <a:bodyPr anchor="b">
            <a:noAutofit/>
          </a:bodyPr>
          <a:lstStyle>
            <a:lvl1pPr marL="0" indent="0">
              <a:buNone/>
              <a:defRPr sz="1500" spc="225">
                <a:solidFill>
                  <a:srgbClr val="0078A2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3D2399B-6D35-4DD8-8FBF-1DC3778733E0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76185" y="1826648"/>
            <a:ext cx="8453013" cy="65744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1" spc="45">
                <a:solidFill>
                  <a:srgbClr val="262626"/>
                </a:solidFill>
              </a:defRPr>
            </a:lvl1pPr>
          </a:lstStyle>
          <a:p>
            <a:pPr lvl="0"/>
            <a:r>
              <a:rPr lang="en-US"/>
              <a:t>Intro paragraph or description here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B39AEE03-2526-4A11-A972-5AF8126C07A2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76185" y="2559571"/>
            <a:ext cx="8452286" cy="1566908"/>
          </a:xfrm>
        </p:spPr>
        <p:txBody>
          <a:bodyPr>
            <a:noAutofit/>
          </a:bodyPr>
          <a:lstStyle>
            <a:lvl1pPr marL="214313" indent="-214313">
              <a:lnSpc>
                <a:spcPct val="100000"/>
              </a:lnSpc>
              <a:buClr>
                <a:srgbClr val="0078A2"/>
              </a:buClr>
              <a:defRPr sz="1200" spc="45">
                <a:solidFill>
                  <a:srgbClr val="262626"/>
                </a:solidFill>
              </a:defRPr>
            </a:lvl1pPr>
          </a:lstStyle>
          <a:p>
            <a:pPr lvl="0"/>
            <a:r>
              <a:rPr lang="en-US"/>
              <a:t>Main paragraph goes here</a:t>
            </a:r>
          </a:p>
        </p:txBody>
      </p:sp>
    </p:spTree>
    <p:extLst>
      <p:ext uri="{BB962C8B-B14F-4D97-AF65-F5344CB8AC3E}">
        <p14:creationId xmlns:p14="http://schemas.microsoft.com/office/powerpoint/2010/main" val="4143323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AFFB5B-E38E-4DE2-8ADB-B1079DAB6570}"/>
              </a:ext>
            </a:extLst>
          </p:cNvPr>
          <p:cNvSpPr/>
          <p:nvPr/>
        </p:nvSpPr>
        <p:spPr>
          <a:xfrm>
            <a:off x="-484" y="-6308"/>
            <a:ext cx="9144484" cy="510797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1D8D294-DD86-47D5-8817-71EE1A89807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6188" y="50668"/>
            <a:ext cx="8453500" cy="396843"/>
          </a:xfrm>
        </p:spPr>
        <p:txBody>
          <a:bodyPr anchor="ctr">
            <a:noAutofit/>
          </a:bodyPr>
          <a:lstStyle>
            <a:lvl1pPr algn="ctr">
              <a:defRPr sz="1800" b="0" spc="225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Title/Phrase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7687C2-C875-7312-9BB1-09F147088587}"/>
              </a:ext>
            </a:extLst>
          </p:cNvPr>
          <p:cNvSpPr/>
          <p:nvPr userDrawn="1"/>
        </p:nvSpPr>
        <p:spPr>
          <a:xfrm>
            <a:off x="8169676" y="4682658"/>
            <a:ext cx="747691" cy="400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95E13CEE-DF48-A3D3-B405-EF9AFC9D040B}"/>
              </a:ext>
            </a:extLst>
          </p:cNvPr>
          <p:cNvSpPr txBox="1">
            <a:spLocks/>
          </p:cNvSpPr>
          <p:nvPr userDrawn="1"/>
        </p:nvSpPr>
        <p:spPr>
          <a:xfrm>
            <a:off x="8231566" y="4809856"/>
            <a:ext cx="460895" cy="273773"/>
          </a:xfr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342797">
              <a:defRPr/>
            </a:pPr>
            <a:fld id="{3F92B666-599A-4B0F-8B7E-5D65028B280B}" type="slidenum">
              <a:rPr lang="en-US" sz="750" b="0">
                <a:solidFill>
                  <a:prstClr val="black"/>
                </a:solidFill>
                <a:latin typeface="Trebuchet MS" panose="020B0603020202020204"/>
              </a:rPr>
              <a:pPr algn="r" defTabSz="342797">
                <a:defRPr/>
              </a:pPr>
              <a:t>‹#›</a:t>
            </a:fld>
            <a:endParaRPr lang="en-US" sz="750" b="0">
              <a:solidFill>
                <a:prstClr val="black"/>
              </a:solidFill>
              <a:latin typeface="Trebuchet MS" panose="020B0603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295138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F029F7-E424-F962-28AE-BB847EC1B2AA}"/>
              </a:ext>
            </a:extLst>
          </p:cNvPr>
          <p:cNvSpPr/>
          <p:nvPr userDrawn="1"/>
        </p:nvSpPr>
        <p:spPr>
          <a:xfrm>
            <a:off x="8169676" y="4682658"/>
            <a:ext cx="747691" cy="400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96DE35E0-9FFD-63E9-E13C-B1C504596B58}"/>
              </a:ext>
            </a:extLst>
          </p:cNvPr>
          <p:cNvSpPr txBox="1">
            <a:spLocks/>
          </p:cNvSpPr>
          <p:nvPr userDrawn="1"/>
        </p:nvSpPr>
        <p:spPr>
          <a:xfrm>
            <a:off x="8231566" y="4809856"/>
            <a:ext cx="460895" cy="273773"/>
          </a:xfr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342797">
              <a:defRPr/>
            </a:pPr>
            <a:fld id="{3F92B666-599A-4B0F-8B7E-5D65028B280B}" type="slidenum">
              <a:rPr lang="en-US" sz="750" b="0">
                <a:solidFill>
                  <a:prstClr val="black"/>
                </a:solidFill>
                <a:latin typeface="Trebuchet MS" panose="020B0603020202020204"/>
              </a:rPr>
              <a:pPr algn="r" defTabSz="342797">
                <a:defRPr/>
              </a:pPr>
              <a:t>‹#›</a:t>
            </a:fld>
            <a:endParaRPr lang="en-US" sz="750" b="0">
              <a:solidFill>
                <a:prstClr val="black"/>
              </a:solidFill>
              <a:latin typeface="Trebuchet MS" panose="020B0603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888554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Cover Slide_OneDigi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DE6CAEE-C4A9-4692-9B10-BDDD6D90AE8D}"/>
              </a:ext>
            </a:extLst>
          </p:cNvPr>
          <p:cNvSpPr/>
          <p:nvPr userDrawn="1"/>
        </p:nvSpPr>
        <p:spPr>
          <a:xfrm>
            <a:off x="0" y="1366179"/>
            <a:ext cx="9144484" cy="2442315"/>
          </a:xfrm>
          <a:prstGeom prst="rect">
            <a:avLst/>
          </a:prstGeom>
          <a:gradFill>
            <a:gsLst>
              <a:gs pos="100000">
                <a:srgbClr val="8EB935"/>
              </a:gs>
              <a:gs pos="0">
                <a:srgbClr val="0078A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A749C3-9F35-49B8-A93A-3BC67F9A79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3016" y="2178131"/>
            <a:ext cx="7537482" cy="115962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spc="75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Presentation Title Goes Here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58DA491-9C06-4040-9860-47C97D5F6D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49" b="1249"/>
          <a:stretch/>
        </p:blipFill>
        <p:spPr>
          <a:xfrm>
            <a:off x="3739907" y="494723"/>
            <a:ext cx="1663700" cy="310369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96F1A98-FA3F-08EA-2BE7-99B8307BAC50}"/>
              </a:ext>
            </a:extLst>
          </p:cNvPr>
          <p:cNvCxnSpPr>
            <a:cxnSpLocks/>
          </p:cNvCxnSpPr>
          <p:nvPr userDrawn="1"/>
        </p:nvCxnSpPr>
        <p:spPr>
          <a:xfrm>
            <a:off x="0" y="1390242"/>
            <a:ext cx="9144000" cy="0"/>
          </a:xfrm>
          <a:prstGeom prst="line">
            <a:avLst/>
          </a:prstGeom>
          <a:ln w="123825">
            <a:gradFill>
              <a:gsLst>
                <a:gs pos="0">
                  <a:schemeClr val="accent1"/>
                </a:gs>
                <a:gs pos="37000">
                  <a:schemeClr val="accent3"/>
                </a:gs>
                <a:gs pos="76000">
                  <a:srgbClr val="FFC60B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5180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99089-51C9-FCB4-0DB1-29D3083F4F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192046-F73F-98BA-F7D1-D34E140055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747DA-6C36-C942-5BB7-450056340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0FFD8-4C61-F649-8DDE-E384CCE68A38}" type="datetime1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E964B-32DB-8E61-7C10-D47B999F8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FBD81-B641-2F97-B72A-35A3FCA8B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B2AFC-B35D-45C8-9B53-D451F46FC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426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AA6CB4-976A-4957-A3DA-2F1AB8754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D6F21-A237-485D-91EA-93C054875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60917BF-6045-979C-E02F-88DF8EFD5670}"/>
              </a:ext>
            </a:extLst>
          </p:cNvPr>
          <p:cNvGrpSpPr/>
          <p:nvPr/>
        </p:nvGrpSpPr>
        <p:grpSpPr>
          <a:xfrm>
            <a:off x="4057968" y="4771305"/>
            <a:ext cx="4634493" cy="312946"/>
            <a:chOff x="5410624" y="6361739"/>
            <a:chExt cx="6179324" cy="41726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478254C-45F5-4DDA-B139-41C933312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10624" y="6361739"/>
              <a:ext cx="1370752" cy="262270"/>
            </a:xfrm>
            <a:prstGeom prst="rect">
              <a:avLst/>
            </a:prstGeom>
          </p:spPr>
        </p:pic>
        <p:sp>
          <p:nvSpPr>
            <p:cNvPr id="4" name="Slide Number Placeholder 1">
              <a:extLst>
                <a:ext uri="{FF2B5EF4-FFF2-40B4-BE49-F238E27FC236}">
                  <a16:creationId xmlns:a16="http://schemas.microsoft.com/office/drawing/2014/main" id="{A2EEA3AF-E24A-3EE8-009B-2921FC978B1D}"/>
                </a:ext>
              </a:extLst>
            </p:cNvPr>
            <p:cNvSpPr txBox="1">
              <a:spLocks/>
            </p:cNvSpPr>
            <p:nvPr/>
          </p:nvSpPr>
          <p:spPr>
            <a:xfrm>
              <a:off x="10975422" y="6413970"/>
              <a:ext cx="614526" cy="365030"/>
            </a:xfrm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 defTabSz="342797">
                <a:defRPr/>
              </a:pPr>
              <a:fld id="{3F92B666-599A-4B0F-8B7E-5D65028B280B}" type="slidenum">
                <a:rPr lang="en-US" sz="750" b="0">
                  <a:solidFill>
                    <a:prstClr val="black"/>
                  </a:solidFill>
                  <a:latin typeface="Trebuchet MS" panose="020B0603020202020204"/>
                </a:rPr>
                <a:pPr algn="r" defTabSz="342797">
                  <a:defRPr/>
                </a:pPr>
                <a:t>‹#›</a:t>
              </a:fld>
              <a:endParaRPr lang="en-US" sz="750" b="0">
                <a:solidFill>
                  <a:prstClr val="black"/>
                </a:solidFill>
                <a:latin typeface="Trebuchet MS" panose="020B0603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4691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0FDEBD8-5DE1-E4CA-3740-736078190185}"/>
              </a:ext>
            </a:extLst>
          </p:cNvPr>
          <p:cNvSpPr/>
          <p:nvPr/>
        </p:nvSpPr>
        <p:spPr>
          <a:xfrm>
            <a:off x="258991" y="431643"/>
            <a:ext cx="8626019" cy="707257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defTabSz="685800"/>
            <a:r>
              <a:rPr lang="en-US" sz="2400" b="1" dirty="0">
                <a:solidFill>
                  <a:srgbClr val="00344F"/>
                </a:solidFill>
                <a:latin typeface="Calibri"/>
              </a:rPr>
              <a:t>Retirement Fee Benchmarking</a:t>
            </a:r>
            <a:endParaRPr lang="en-US" sz="1350" b="1" dirty="0">
              <a:solidFill>
                <a:srgbClr val="00344F"/>
              </a:solidFill>
              <a:latin typeface="Calibri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2D2A652-6E65-44A9-EEB5-6054DD9FBD32}"/>
              </a:ext>
            </a:extLst>
          </p:cNvPr>
          <p:cNvSpPr txBox="1">
            <a:spLocks/>
          </p:cNvSpPr>
          <p:nvPr/>
        </p:nvSpPr>
        <p:spPr>
          <a:xfrm>
            <a:off x="-29768" y="2105909"/>
            <a:ext cx="9173768" cy="778464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/>
            <a:r>
              <a:rPr lang="en-US" sz="3000" b="1" dirty="0">
                <a:solidFill>
                  <a:srgbClr val="00344F"/>
                </a:solidFill>
                <a:latin typeface="Calibri"/>
              </a:rPr>
              <a:t>&lt;&lt;</a:t>
            </a:r>
            <a:r>
              <a:rPr lang="en-US" sz="3000" b="1" dirty="0" err="1">
                <a:solidFill>
                  <a:srgbClr val="00344F"/>
                </a:solidFill>
                <a:latin typeface="Calibri"/>
              </a:rPr>
              <a:t>ClientName</a:t>
            </a:r>
            <a:r>
              <a:rPr lang="en-US" sz="3000" b="1" dirty="0">
                <a:solidFill>
                  <a:srgbClr val="00344F"/>
                </a:solidFill>
                <a:latin typeface="Calibri"/>
              </a:rPr>
              <a:t>&gt;&gt;</a:t>
            </a:r>
            <a:endParaRPr lang="en-US" sz="4500" dirty="0">
              <a:solidFill>
                <a:srgbClr val="00344F"/>
              </a:solidFill>
              <a:latin typeface="Calibri Light"/>
            </a:endParaRPr>
          </a:p>
          <a:p>
            <a:pPr defTabSz="685800"/>
            <a:r>
              <a:rPr lang="en-US" sz="1200" b="1" dirty="0">
                <a:solidFill>
                  <a:srgbClr val="00344F"/>
                </a:solidFill>
                <a:latin typeface="Calibri Light"/>
              </a:rPr>
              <a:t>Presented By: &lt;&lt;User Name&gt;&gt;</a:t>
            </a:r>
            <a:endParaRPr lang="en-US" sz="1200" b="1" dirty="0">
              <a:solidFill>
                <a:srgbClr val="00344F"/>
              </a:solidFill>
              <a:latin typeface="Calibri Light"/>
              <a:ea typeface="Calibri Light"/>
              <a:cs typeface="Calibri Light"/>
            </a:endParaRPr>
          </a:p>
        </p:txBody>
      </p:sp>
      <p:pic>
        <p:nvPicPr>
          <p:cNvPr id="12" name="Picture 11" descr="A black and grey logo">
            <a:extLst>
              <a:ext uri="{FF2B5EF4-FFF2-40B4-BE49-F238E27FC236}">
                <a16:creationId xmlns:a16="http://schemas.microsoft.com/office/drawing/2014/main" id="{D6FED9B1-067A-8D9F-561A-5E43C65E6D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4701" y="4629847"/>
            <a:ext cx="1494599" cy="285732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35ABF996-1448-F4DC-34B2-55EF7866325B}"/>
              </a:ext>
            </a:extLst>
          </p:cNvPr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gradFill>
            <a:gsLst>
              <a:gs pos="0">
                <a:srgbClr val="096E8E"/>
              </a:gs>
              <a:gs pos="33000">
                <a:srgbClr val="8EB935"/>
              </a:gs>
              <a:gs pos="67000">
                <a:srgbClr val="FFC60B"/>
              </a:gs>
              <a:gs pos="100000">
                <a:schemeClr val="accent2"/>
              </a:gs>
            </a:gsLst>
            <a:lin ang="0" scaled="0"/>
          </a:gra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33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gradFill>
            <a:gsLst>
              <a:gs pos="0">
                <a:srgbClr val="096E8E"/>
              </a:gs>
              <a:gs pos="33000">
                <a:srgbClr val="8EB935"/>
              </a:gs>
              <a:gs pos="67000">
                <a:srgbClr val="FFC60B"/>
              </a:gs>
              <a:gs pos="100000">
                <a:schemeClr val="accent2"/>
              </a:gs>
            </a:gsLst>
            <a:lin ang="0" scaled="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8223" y="366469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B5C"/>
                </a:solidFill>
              </a:rPr>
              <a:t>Fee Benchmark Comparison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Data Source: Showing benchmark data from Fiduciary Decisions Inc. for plans with $10-20m AUM and $75-100k average account balance.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8224" y="3664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B5C"/>
                </a:solidFill>
              </a:rPr>
              <a:t>Advisor Fee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Data Source: Showing benchmark data from Fiduciary Decisions Inc. for plans with $10-20m AUM and $75-100k average account balance.</a:t>
            </a:r>
            <a:endParaRPr lang="en-US" sz="1000" dirty="0"/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2EFB28F7-C6F3-0184-9EBE-E50FE27A0409}"/>
              </a:ext>
            </a:extLst>
          </p:cNvPr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gradFill>
            <a:gsLst>
              <a:gs pos="0">
                <a:srgbClr val="096E8E"/>
              </a:gs>
              <a:gs pos="33000">
                <a:srgbClr val="8EB935"/>
              </a:gs>
              <a:gs pos="67000">
                <a:srgbClr val="FFC60B"/>
              </a:gs>
              <a:gs pos="100000">
                <a:schemeClr val="accent2"/>
              </a:gs>
            </a:gsLst>
            <a:lin ang="0" scaled="0"/>
          </a:gra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6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B5C"/>
                </a:solidFill>
              </a:rPr>
              <a:t>Record Keeper Fee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Data Source: Showing benchmark data from Fiduciary Decisions Inc. for plans with $10-20m AUM and $75-100k average account balance.</a:t>
            </a:r>
            <a:endParaRPr lang="en-US" sz="1000" dirty="0"/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89D1C908-9EEB-24F6-C8C7-F7CD3B9647F3}"/>
              </a:ext>
            </a:extLst>
          </p:cNvPr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gradFill>
            <a:gsLst>
              <a:gs pos="0">
                <a:srgbClr val="096E8E"/>
              </a:gs>
              <a:gs pos="33000">
                <a:srgbClr val="8EB935"/>
              </a:gs>
              <a:gs pos="67000">
                <a:srgbClr val="FFC60B"/>
              </a:gs>
              <a:gs pos="100000">
                <a:schemeClr val="accent2"/>
              </a:gs>
            </a:gsLst>
            <a:lin ang="0" scaled="0"/>
          </a:gra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6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B5C"/>
                </a:solidFill>
              </a:rPr>
              <a:t>Investment Menu Fee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Data Source: Showing benchmark data from Fiduciary Decisions Inc. for plans with $10-20m AUM and $75-100k average account balance.</a:t>
            </a:r>
            <a:endParaRPr lang="en-US" sz="1000" dirty="0"/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6D3C8984-20B1-72A4-2F88-ED9B698212A7}"/>
              </a:ext>
            </a:extLst>
          </p:cNvPr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gradFill>
            <a:gsLst>
              <a:gs pos="0">
                <a:srgbClr val="096E8E"/>
              </a:gs>
              <a:gs pos="33000">
                <a:srgbClr val="8EB935"/>
              </a:gs>
              <a:gs pos="67000">
                <a:srgbClr val="FFC60B"/>
              </a:gs>
              <a:gs pos="100000">
                <a:schemeClr val="accent2"/>
              </a:gs>
            </a:gsLst>
            <a:lin ang="0" scaled="0"/>
          </a:gra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6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B5C"/>
                </a:solidFill>
              </a:rPr>
              <a:t>TPA Fee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Data Source: Showing benchmark data from Fiduciary Decisions Inc. for plans with $10-20m AUM and $75-100k average account balance.</a:t>
            </a:r>
            <a:endParaRPr lang="en-US" sz="1000" dirty="0"/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3A55DF8F-521B-2AD5-F640-ADC327FDC89C}"/>
              </a:ext>
            </a:extLst>
          </p:cNvPr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gradFill>
            <a:gsLst>
              <a:gs pos="0">
                <a:srgbClr val="096E8E"/>
              </a:gs>
              <a:gs pos="33000">
                <a:srgbClr val="8EB935"/>
              </a:gs>
              <a:gs pos="67000">
                <a:srgbClr val="FFC60B"/>
              </a:gs>
              <a:gs pos="100000">
                <a:schemeClr val="accent2"/>
              </a:gs>
            </a:gsLst>
            <a:lin ang="0" scaled="0"/>
          </a:gra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6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B5C"/>
                </a:solidFill>
              </a:rPr>
              <a:t>Total Plan Fee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Data Source: Showing benchmark data from Fiduciary Decisions Inc. for plans with $10-20m AUM and $75-100k average account balance.</a:t>
            </a:r>
            <a:endParaRPr lang="en-US" sz="1000" dirty="0"/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FEA214DD-952D-10B8-BB40-81198614C6FB}"/>
              </a:ext>
            </a:extLst>
          </p:cNvPr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gradFill>
            <a:gsLst>
              <a:gs pos="0">
                <a:srgbClr val="096E8E"/>
              </a:gs>
              <a:gs pos="33000">
                <a:srgbClr val="8EB935"/>
              </a:gs>
              <a:gs pos="67000">
                <a:srgbClr val="FFC60B"/>
              </a:gs>
              <a:gs pos="100000">
                <a:schemeClr val="accent2"/>
              </a:gs>
            </a:gsLst>
            <a:lin ang="0" scaled="0"/>
          </a:gra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3">
  <a:themeElements>
    <a:clrScheme name="ONEDIGITAL">
      <a:dk1>
        <a:srgbClr val="00344F"/>
      </a:dk1>
      <a:lt1>
        <a:srgbClr val="FFFFFF"/>
      </a:lt1>
      <a:dk2>
        <a:srgbClr val="00344F"/>
      </a:dk2>
      <a:lt2>
        <a:srgbClr val="E7ECF0"/>
      </a:lt2>
      <a:accent1>
        <a:srgbClr val="096E8E"/>
      </a:accent1>
      <a:accent2>
        <a:srgbClr val="F47D20"/>
      </a:accent2>
      <a:accent3>
        <a:srgbClr val="8EB935"/>
      </a:accent3>
      <a:accent4>
        <a:srgbClr val="808285"/>
      </a:accent4>
      <a:accent5>
        <a:srgbClr val="4FB3CD"/>
      </a:accent5>
      <a:accent6>
        <a:srgbClr val="70AD47"/>
      </a:accent6>
      <a:hlink>
        <a:srgbClr val="0563C1"/>
      </a:hlink>
      <a:folHlink>
        <a:srgbClr val="954F72"/>
      </a:folHlink>
    </a:clrScheme>
    <a:fontScheme name="2022 Template Font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3" id="{14AE330A-522D-49AF-B9B9-9B1B797B4BFD}" vid="{9AB5B4EA-A9F6-4C8F-B1A9-190C0FB3C9E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</Words>
  <Application>Microsoft Macintosh PowerPoint</Application>
  <PresentationFormat>On-screen Show (16:9)</PresentationFormat>
  <Paragraphs>21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Trebuchet MS</vt:lpstr>
      <vt:lpstr>Office Theme</vt:lpstr>
      <vt:lpstr>Theme3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Fiduciary Decisions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Fee Benchmark Report</dc:title>
  <dc:subject>PptxGenJS Presentation</dc:subject>
  <dc:creator>Retirement Fee Benchmarking Tool</dc:creator>
  <cp:lastModifiedBy>Jeff Rausch</cp:lastModifiedBy>
  <cp:revision>2</cp:revision>
  <dcterms:created xsi:type="dcterms:W3CDTF">2025-10-28T21:41:27Z</dcterms:created>
  <dcterms:modified xsi:type="dcterms:W3CDTF">2025-10-28T21:54:40Z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24266f0-f6cc-441b-832a-c62fb7775011_Enabled">
    <vt:lpwstr>true</vt:lpwstr>
  </property>
  <property fmtid="{D5CDD505-2E9C-101B-9397-08002B2CF9AE}" pid="3" name="MSIP_Label_024266f0-f6cc-441b-832a-c62fb7775011_SetDate">
    <vt:lpwstr>2025-10-28T21:54:40Z</vt:lpwstr>
  </property>
  <property fmtid="{D5CDD505-2E9C-101B-9397-08002B2CF9AE}" pid="4" name="MSIP_Label_024266f0-f6cc-441b-832a-c62fb7775011_Method">
    <vt:lpwstr>Standard</vt:lpwstr>
  </property>
  <property fmtid="{D5CDD505-2E9C-101B-9397-08002B2CF9AE}" pid="5" name="MSIP_Label_024266f0-f6cc-441b-832a-c62fb7775011_Name">
    <vt:lpwstr>Public</vt:lpwstr>
  </property>
  <property fmtid="{D5CDD505-2E9C-101B-9397-08002B2CF9AE}" pid="6" name="MSIP_Label_024266f0-f6cc-441b-832a-c62fb7775011_SiteId">
    <vt:lpwstr>11bfe7ed-a96d-47b8-93b9-f1d5ced7091b</vt:lpwstr>
  </property>
  <property fmtid="{D5CDD505-2E9C-101B-9397-08002B2CF9AE}" pid="7" name="MSIP_Label_024266f0-f6cc-441b-832a-c62fb7775011_ActionId">
    <vt:lpwstr>528ee1a5-f97d-423c-9ccc-fd5c65c7d9e0</vt:lpwstr>
  </property>
  <property fmtid="{D5CDD505-2E9C-101B-9397-08002B2CF9AE}" pid="8" name="MSIP_Label_024266f0-f6cc-441b-832a-c62fb7775011_ContentBits">
    <vt:lpwstr>0</vt:lpwstr>
  </property>
  <property fmtid="{D5CDD505-2E9C-101B-9397-08002B2CF9AE}" pid="9" name="MSIP_Label_024266f0-f6cc-441b-832a-c62fb7775011_Tag">
    <vt:lpwstr>50, 3, 0, 1</vt:lpwstr>
  </property>
</Properties>
</file>